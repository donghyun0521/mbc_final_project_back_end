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51A9E-FBBF-058D-0564-39745F9D9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2D4325-6725-D5DE-2658-2E4C76110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49A483-9533-0174-9685-B8B95CCA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8BA4A-E216-FF15-C65B-8EA5DA84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55851B-DCEE-12C6-BD32-F88A0594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530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C2BD9-920D-6B8D-F0B7-28EBD08E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310859-D1FE-5B33-ECCC-2F44408AC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37FE52-BB12-CA57-1B97-077F5399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FDF7E6-B94C-5D49-2098-39A44999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A5909-BABF-553B-0CAA-EAC6614B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84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329B8-005C-3741-158D-3C76AE85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1B0D6A-5720-3F18-7996-CB7672AB7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82F02-A6E6-01B8-DFF7-58A413C0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CC6CBE-4649-E183-649C-14AFD42B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064A7B-C559-BFF6-157D-5F78C787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48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AF844-4E69-F3A3-953C-40CDDC7A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AB3BE1-3060-51EE-42D3-C930F3276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9E1C13-ED79-B49D-E98B-3D2522B18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329914-17C7-363A-33B3-ED696AABD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328E0C-435A-3BFE-AB76-1FFBD918D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3EE7CC-A069-64FA-6DB9-8E22AE19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30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E461C-448A-B062-B26E-58C926B1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677B54-0265-5971-ED47-8CEF50356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775D60-2947-BD50-BF59-7AD1BE074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411F8-D833-CA4D-3BC4-F147F412C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6CEDBD-5FFF-DD0B-3A93-29898EDE5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98E27B-D79C-5A8D-CEBC-DE4E670A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B13C14-8D77-6AA8-4260-F388BE83F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18E423-0F65-3160-B22E-A7707132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61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0FB51-9F8C-95F1-695D-9E5797425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4365E6-01BD-06E9-7560-DA665F05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68247F-EF21-0426-2193-42902AF5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4DD4BF-610B-6944-5E7E-114E77C5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98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24D0B7-49A0-E76D-831C-DE9097B9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8827C03-51EF-459C-9F0D-7CFB525F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2751E-39A2-1F06-DA1C-54C07A18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6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23BFE-2AE2-D672-AB65-7C78D6C4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8FD1ED-53C1-917D-82CE-B19E2948A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3389A9-B0E3-C861-04AF-E56864FC4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4EB361-9EDC-3C80-EF99-D75B44655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570B75-DD20-D1D9-B6D5-D84940D3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090211-BABF-4344-2586-FA457FD0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32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711B3-7C32-2362-02A2-805183A8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245E5F-A6F2-1F1F-C304-013A99B07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6E6BDF-CA9B-D8CD-9703-D87DE90C3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904FE3-1934-7BD7-943F-CD79B9671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BD8DA2-EA7B-3475-3E59-07354B14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AF1E0C-B908-AF20-BFC7-25A1E935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06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B6154-01B4-05CA-4022-FE94EC55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5F5655-F595-555F-CE00-6255A09D9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C4A50-517F-4F05-1467-F535F3329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ADDBF6-63B2-F527-10A1-FF56B0323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0315CF-4A26-217E-DF52-4E8C68B5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357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8EB75B-0DDF-61C6-EE2F-CC47F30EB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73BC08-1F14-C6F0-A09F-FC94E83B5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046A8-E0CE-9D7F-6767-FF0667D65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992F98-1BDD-C81B-4CDF-E4B9C7F1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095EF-8FFD-045B-97A7-AD98EDC4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965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86BA61-792F-B4C1-894F-5F6233560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965A8D-F4D7-ED02-FD9B-8E40BF4DA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57FCBE-7E2E-FD53-6C30-DF3B06EDD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E75BA-98BD-4CDC-AEFA-BC1BA721525B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8F2A5D-9923-CE45-E432-6541C47B4D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B1843-B1AC-53D4-5482-42DE42A6C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72476-D0EC-48D3-B3E4-1C7957925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72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5EF78-ED8B-FFC1-3B13-F7800B6D9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MBC</a:t>
            </a:r>
            <a:r>
              <a:rPr lang="ko-KR" altLang="en-US" dirty="0"/>
              <a:t> 최종 프로젝트 </a:t>
            </a:r>
            <a:r>
              <a:rPr lang="en-US" altLang="ko-KR" dirty="0"/>
              <a:t>1 </a:t>
            </a:r>
            <a:r>
              <a:rPr lang="ko-KR" altLang="en-US" dirty="0"/>
              <a:t>발표자료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F3784C-6D02-B4B7-FF26-03E084E728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915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MBC 최종 프로젝트 1 발표자료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동현 임</dc:creator>
  <cp:lastModifiedBy>동현 임</cp:lastModifiedBy>
  <cp:revision>1</cp:revision>
  <dcterms:created xsi:type="dcterms:W3CDTF">2026-02-27T04:08:28Z</dcterms:created>
  <dcterms:modified xsi:type="dcterms:W3CDTF">2026-02-27T04:08:52Z</dcterms:modified>
</cp:coreProperties>
</file>